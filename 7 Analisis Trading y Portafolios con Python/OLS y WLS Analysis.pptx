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0EB61-03D5-F721-7695-7220E4DD0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31400-DDE8-30EC-81E2-62906B08A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70953-3EB5-6894-9D7D-E04467B4D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7EC7-00B0-46C7-BFC5-C29BD569626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564A6-5430-72BA-6FE0-5B5EF72B9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BA08B-6020-6A18-6185-037D908BF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1821C-C6D4-4905-85AE-860FBB882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8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4BD4D-77B7-9AD7-3B7A-453AE3916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90E1D-2016-2716-225F-2685B9B81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5FF0E-B1BC-1DF4-BCD5-238C51963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7EC7-00B0-46C7-BFC5-C29BD569626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E4123-DDC0-7F23-4CE4-C13074188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E22A3-73A4-B8A5-4BC7-CDC556443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1821C-C6D4-4905-85AE-860FBB882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33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C49-A082-5659-AB6F-36CD1CC7E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8DE05-B0C2-968E-C1D0-051258B9A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FC23A-C858-CC42-CCF8-8AC25C426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7EC7-00B0-46C7-BFC5-C29BD569626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CDAD1-077B-643E-BB8F-E3700D21F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4799B-FF4B-F93B-753A-7A39EAFEB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1821C-C6D4-4905-85AE-860FBB882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30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237E5-CA93-C5A6-8606-E114FAFE1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D656E-C5A7-B87A-F02F-F2EAB879A3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AF0D4-0449-0F77-B6D1-455A16FF6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FE043-1651-66EB-9B73-4A84D8E87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7EC7-00B0-46C7-BFC5-C29BD569626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5B874-6B82-1C60-7699-A87666AC2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AFE97-BF63-42DD-CD06-9B30D062E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1821C-C6D4-4905-85AE-860FBB882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864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6C95-6B56-B0AD-CE7C-F6C999BB5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21651-FB12-B3B4-C6A2-F682D099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A32E3-C791-DA18-5A3F-D39299343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ACA7B-71B5-C191-5457-03D1149028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BD5428-5B65-E468-21B2-59DA6F016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47A35C-2342-EEB7-F106-52D63FA1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7EC7-00B0-46C7-BFC5-C29BD569626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599BDF-4BB0-7C26-4573-EFBC6749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5B738C-EC39-94E1-64CD-ADE5FAF7C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1821C-C6D4-4905-85AE-860FBB882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0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D8654-1A84-5FE6-050B-3A11C465F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7E1FA-C314-90DA-BD44-57864E1AB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7EC7-00B0-46C7-BFC5-C29BD569626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94E1D2-15B0-7D68-D169-C5EECA1E0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1645CE-B0A7-A511-18EC-63BD84537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1821C-C6D4-4905-85AE-860FBB882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2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0D5DAC-6A20-A6A6-3E0B-AE6943827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7EC7-00B0-46C7-BFC5-C29BD569626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484968-5F94-582A-1EF0-89AB96650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DC2CC-5EB3-8D17-0172-EAC18FC8E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1821C-C6D4-4905-85AE-860FBB882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85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F5CB4-4C7B-FEFC-E8AD-6A44EDB7E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0CE6B-89BA-C076-456E-5ADFFCF2D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C41282-59D5-A499-7FF9-98D511AA9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CC350-821E-D80A-8CED-0CCB4F536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7EC7-00B0-46C7-BFC5-C29BD569626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743EA-0F32-2E07-0AAB-76257506B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2119C-B76D-1301-A7B5-44113C5FE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1821C-C6D4-4905-85AE-860FBB882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52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86B84-C468-9562-DF27-B5846326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83D15E-D356-995B-91B1-3E634FA9A7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2B5ED-1818-C300-8A62-CB45F392F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18A12-90B3-5448-BBFA-070FCDA35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7EC7-00B0-46C7-BFC5-C29BD569626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B0613-AA2A-D3D7-4B95-3E4860CDA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A247C6-3CA8-06EF-3BBA-FF15D1C1D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1821C-C6D4-4905-85AE-860FBB882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9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03E2D-845F-3A0A-82D7-9FCC0F977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5A3049-BA3B-89CA-A28A-A827D0211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FD0FA-CF70-E12B-1C02-0F40D2188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7EC7-00B0-46C7-BFC5-C29BD569626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FFC57-13D3-0CAF-1940-5AF7D1A4C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A2615-6B32-4670-B2BE-662F15DA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1821C-C6D4-4905-85AE-860FBB882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24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E67573-2354-50D0-72EE-34031F298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839F7B-3D7C-4E43-6EA4-F07C4702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CC0F3-D657-39F3-D551-77F925147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7EC7-00B0-46C7-BFC5-C29BD569626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69BED-E65B-5F44-56D5-7190AE847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DAB86-8EEF-2CD7-6798-2D359ACDB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1821C-C6D4-4905-85AE-860FBB882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96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5B493D-B380-D406-88D0-DA990D437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F8B8E-6C27-D376-38EC-691E4F39D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DF66A-FC67-5DDD-2565-1646725AAC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87EC7-00B0-46C7-BFC5-C29BD569626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DFB47-43F7-7D76-AD42-95CB87A00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87BFF-1C93-3533-2E3D-358945A03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01821C-C6D4-4905-85AE-860FBB882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06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25D4C0-5E21-F75D-5F20-C81C21A6C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TSLA ( 1 year)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913EBD-80F1-154B-729A-EAA200F56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339466"/>
            <a:ext cx="5131088" cy="3681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EB3420-5B70-45EC-49BF-206CE89D9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306517"/>
            <a:ext cx="5131087" cy="382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3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A468-C6D3-43DF-EBB4-0C424DCA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F2BFC-7BCA-1B6D-D622-40247D732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542B41-DAC8-BE99-0381-7DE244B0A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445" y="1518971"/>
            <a:ext cx="3115110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603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DDBA2-B01C-DA93-50E4-BC614F5C6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761221-7FA1-AEF4-0F2E-26140B0A1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9721"/>
            <a:ext cx="12192000" cy="229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4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65BD3-1F56-FF8C-E63A-460780C7B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CF4F9-FFFB-96F6-F763-427BFDFC0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01FAAD-B6C1-9CF0-8209-A849A168C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182" y="2319182"/>
            <a:ext cx="2943636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802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6D0BE-0AC4-62EF-3E4B-F76125D4E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 </a:t>
            </a:r>
            <a:r>
              <a:rPr lang="en-US" dirty="0" err="1"/>
              <a:t>falta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WLS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776CE-3ECE-F048-390B-2DCBDA428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281A1F-3B5A-3A59-B7CF-A8BE37161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156" y="1028365"/>
            <a:ext cx="2781688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17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3A441-31C1-6A58-3CF1-D37654765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A81AA-8773-D863-03CB-29D127F77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E01E98-9E66-D663-AFB0-5270AC056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787" y="2552577"/>
            <a:ext cx="3048425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55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10</Words>
  <Application>Microsoft Office PowerPoint</Application>
  <PresentationFormat>Widescreen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TSLA ( 1 year)</vt:lpstr>
      <vt:lpstr>PowerPoint Presentation</vt:lpstr>
      <vt:lpstr>Appendix </vt:lpstr>
      <vt:lpstr>PowerPoint Presentation</vt:lpstr>
      <vt:lpstr>Me falta el WLS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Enrique Garcia</dc:creator>
  <cp:lastModifiedBy>Enrique Garcia</cp:lastModifiedBy>
  <cp:revision>3</cp:revision>
  <dcterms:created xsi:type="dcterms:W3CDTF">2025-09-16T00:20:15Z</dcterms:created>
  <dcterms:modified xsi:type="dcterms:W3CDTF">2025-09-16T17:10:21Z</dcterms:modified>
</cp:coreProperties>
</file>